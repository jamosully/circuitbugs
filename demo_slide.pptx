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52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5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3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2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3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8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2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2490CD-0A5E-23D3-7101-6A135698C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39" r="-1" b="12442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DD8472-DA33-4805-2573-0F09A03E5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46" y="1073465"/>
            <a:ext cx="4711065" cy="471106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0F95B3C-3F28-A6C0-C483-2186BEF5DC77}"/>
              </a:ext>
            </a:extLst>
          </p:cNvPr>
          <p:cNvSpPr/>
          <p:nvPr/>
        </p:nvSpPr>
        <p:spPr>
          <a:xfrm>
            <a:off x="6094466" y="1073465"/>
            <a:ext cx="5389611" cy="358210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DC440D-84D8-3DFF-BCE3-088405DCB45D}"/>
              </a:ext>
            </a:extLst>
          </p:cNvPr>
          <p:cNvSpPr txBox="1"/>
          <p:nvPr/>
        </p:nvSpPr>
        <p:spPr>
          <a:xfrm>
            <a:off x="6572866" y="1437598"/>
            <a:ext cx="45867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ISOCPEUR" panose="020B0604020202020204" pitchFamily="34" charset="0"/>
              </a:rPr>
              <a:t>Help us evaluate our new survey system!</a:t>
            </a:r>
          </a:p>
          <a:p>
            <a:endParaRPr lang="en-GB" sz="4000" b="1" dirty="0">
              <a:solidFill>
                <a:schemeClr val="bg1"/>
              </a:solidFill>
              <a:latin typeface="ISOCPEUR" panose="020B0604020202020204" pitchFamily="34" charset="0"/>
            </a:endParaRPr>
          </a:p>
          <a:p>
            <a:r>
              <a:rPr lang="en-GB" sz="2400" b="1" dirty="0">
                <a:solidFill>
                  <a:schemeClr val="bg1"/>
                </a:solidFill>
                <a:latin typeface="ISOCPEUR" panose="020B0604020202020204" pitchFamily="34" charset="0"/>
              </a:rPr>
              <a:t>1. Connect to the Wi-Fi hotspot: </a:t>
            </a:r>
            <a:r>
              <a:rPr lang="en-GB" sz="2400" b="1" dirty="0" err="1">
                <a:solidFill>
                  <a:schemeClr val="bg1"/>
                </a:solidFill>
                <a:latin typeface="ISOCPEUR" panose="020B0604020202020204" pitchFamily="34" charset="0"/>
              </a:rPr>
              <a:t>front_desk_test</a:t>
            </a:r>
            <a:endParaRPr lang="en-GB" sz="2400" b="1" dirty="0">
              <a:solidFill>
                <a:schemeClr val="bg1"/>
              </a:solidFill>
              <a:latin typeface="ISOCPEUR" panose="020B0604020202020204" pitchFamily="34" charset="0"/>
            </a:endParaRPr>
          </a:p>
          <a:p>
            <a:r>
              <a:rPr lang="en-GB" sz="2400" b="1" dirty="0">
                <a:solidFill>
                  <a:schemeClr val="bg1"/>
                </a:solidFill>
                <a:latin typeface="ISOCPEUR" panose="020B0604020202020204" pitchFamily="34" charset="0"/>
              </a:rPr>
              <a:t>2. Scan the QR Code!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0B8C07-59C2-953F-12E4-B28F22A6E4ED}"/>
              </a:ext>
            </a:extLst>
          </p:cNvPr>
          <p:cNvSpPr/>
          <p:nvPr/>
        </p:nvSpPr>
        <p:spPr>
          <a:xfrm>
            <a:off x="6094466" y="4921501"/>
            <a:ext cx="2784063" cy="91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01B62B-5020-26A6-AC23-3394163DA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213" y="5031539"/>
            <a:ext cx="2428568" cy="6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4212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Bierstadt</vt:lpstr>
      <vt:lpstr>ISOCPEUR</vt:lpstr>
      <vt:lpstr>GestaltVTI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O'Sullivan</dc:creator>
  <cp:lastModifiedBy>James O'Sullivan</cp:lastModifiedBy>
  <cp:revision>2</cp:revision>
  <dcterms:created xsi:type="dcterms:W3CDTF">2026-06-27T09:46:51Z</dcterms:created>
  <dcterms:modified xsi:type="dcterms:W3CDTF">2026-06-27T12:25:13Z</dcterms:modified>
</cp:coreProperties>
</file>